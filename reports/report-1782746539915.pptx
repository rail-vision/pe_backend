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B5A"/>
                </a:solidFill>
              </a:rPr>
              <a:t>Pearl Analytics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Generated: 29/6/2026, 8:52:19 pm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5A"/>
                </a:solidFill>
              </a:rPr>
              <a:t>Correlation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Correlation module integrated successfully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5A"/>
                </a:solidFill>
              </a:rPr>
              <a:t>Outlier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Outlier module integrated successfully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5A"/>
                </a:solidFill>
              </a:rPr>
              <a:t>Infographics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Bar, Line, Pie, Scatter, Heatmap charts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5A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Presentation generated by Pearl Analytics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Pearl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Analytics Report</dc:title>
  <dc:subject>Analytics Report</dc:subject>
  <dc:creator>Pearl</dc:creator>
  <cp:lastModifiedBy>Pearl</cp:lastModifiedBy>
  <cp:revision>1</cp:revision>
  <dcterms:created xsi:type="dcterms:W3CDTF">2026-06-29T15:22:19Z</dcterms:created>
  <dcterms:modified xsi:type="dcterms:W3CDTF">2026-06-29T15:22:19Z</dcterms:modified>
</cp:coreProperties>
</file>