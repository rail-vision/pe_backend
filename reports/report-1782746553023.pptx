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B5A"/>
                </a:solidFill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Q1 2026 Analytics Summary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Asset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Total assets: 16, Total value: 1.2M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</a:rPr>
              <a:t>Electronics: 4 assets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</a:rPr>
              <a:t>Networking: 1 asset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55555"/>
                </a:solidFill>
              </a:rPr>
              <a:t>Office Equipment: 2 assets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3B5A"/>
                </a:solidFill>
              </a:rPr>
              <a:t>People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Total staff: 3, Active: 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Pearl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Report</dc:title>
  <dc:subject>Analytics Report</dc:subject>
  <dc:creator>John Doe</dc:creator>
  <cp:lastModifiedBy>John Doe</cp:lastModifiedBy>
  <cp:revision>1</cp:revision>
  <dcterms:created xsi:type="dcterms:W3CDTF">2026-06-29T15:22:33Z</dcterms:created>
  <dcterms:modified xsi:type="dcterms:W3CDTF">2026-06-29T15:22:33Z</dcterms:modified>
</cp:coreProperties>
</file>