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Pearl Analytics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Generated: 25/6/2026, 8:18:07 pm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Correlation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Correlation module integrated successfully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Outlier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Outlier module integrated successfully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Infographics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Bar Chart, Line Chart, Pie Chart, Scatter Plot, Heatmap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Presentation generated successfully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Pearl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Presentation</dc:title>
  <dc:subject>Analytics Report</dc:subject>
  <dc:creator>Pearl</dc:creator>
  <cp:lastModifiedBy>Pearl</cp:lastModifiedBy>
  <cp:revision>1</cp:revision>
  <dcterms:created xsi:type="dcterms:W3CDTF">2026-06-25T14:48:07Z</dcterms:created>
  <dcterms:modified xsi:type="dcterms:W3CDTF">2026-06-25T14:48:07Z</dcterms:modified>
</cp:coreProperties>
</file>